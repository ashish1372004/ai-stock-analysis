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59669"/>
                </a:solidFill>
              </a:defRPr>
            </a:pPr>
            <a:r>
              <a:t>Project: AI-Stock Market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1F2937"/>
                </a:solidFill>
              </a:defRPr>
            </a:pPr>
            <a:r>
              <a:t>Advanced Financial Intelligence &amp; Machine Learning Integration</a:t>
            </a:r>
          </a:p>
          <a:p>
            <a:r>
              <a:t>A Comprehensive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9669"/>
                </a:solidFill>
              </a:defRPr>
            </a:pPr>
            <a:r>
              <a:t>1. Project Vision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Objective: To bridge the gap between complex quantitative analysis and individual retail investors.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Target Market: Focused on Indian equities (NSE/BSE) using real-time Yahoo Finance integration.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Problem Solved: Eliminates 'Analysis Paralysis' by condensing complex technical indicators into clear Buy/Hold/Sell signals.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Value Prop: High-fidelity financial charts combined with modern UX/UI standards for a professional trading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9669"/>
                </a:solidFill>
              </a:defRPr>
            </a:pPr>
            <a:r>
              <a:t>2. Advanced Technical Analysis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Automated Moving Average Crossovers: Monitoring 50-day SMA vs 200-day SMA for robust trend identification.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Momentum Tracking: Real-time RSI (Relative Strength Index) calculation with dynamic oversold/overbought thresholds.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Volumetric Analysis: Assessing volume spikes to confirm price breakout validity.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Persistence Layer: SQLite implementation for long-term user watchlist and alert configuration storage.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Dynamic News Aggregation: Tailored 'Market Intel' feed filtered by specific stock relevance using customized metadata extraction.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9669"/>
                </a:solidFill>
              </a:defRPr>
            </a:pPr>
            <a:r>
              <a:t>3. Machine Learning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Algorithm: Implementation of the Random Forest Regressor for multi-variable price prediction.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Dataset: Trained on 5 years of historical OHLCV data fetched via yfinance asynchronously.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Feature Engineering: Custom extraction of Volatility, 5/20-day Momentum, and Moving Average convergence metrics.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Inference Pipeline: Seamless hand-off from data pre-processing to model inference in the FastAPI backend.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Confidence Logic: Quantifying the reliability of AI predictions based on model variance and data completeness.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9669"/>
                </a:solidFill>
              </a:defRPr>
            </a:pPr>
            <a:r>
              <a:t>4. Premium Front-End Design &amp;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Design Philosophy: Glassmorphism and Ultra-Dark aesthetics utilizing Tailwind CSS and Vanilla CSS variables.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Interactive Elements: Custom Canvas-based Particle Mesh cursor trail (Spring physics &amp; sine wave movements).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Advanced Search: Intelligent &lt;StockSearch /&gt; component with trie-based suggestion logic for NSE symbols.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Grid Pagination: Efficient 'Load More' logic managing dashboard performance and initial page load speed.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Animation Orchestration: Framer Motion utilized for staggered entrance animations and smooth view transitions.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9669"/>
                </a:solidFill>
              </a:defRPr>
            </a:pPr>
            <a:r>
              <a:t>5. System Architecture &amp;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Frontend: React.js with Vite for optimized builds and lightning-fast Hot Module Replacement.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Backend: FastAPI (Uvicorn) providing a high-performance, asynchronous REST API layer.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CI/CD: Automated deployment pipelines configured at the root via Netlify and Render.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Routing &amp; Proxy: Configured Netlify redirects for production-level API proxying to bypass CORS issues.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Robustness: Global error handling with mock fallback data to ensure high availability during API rate limits.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9669"/>
                </a:solidFill>
              </a:defRPr>
            </a:pPr>
            <a:r>
              <a:t>6. Implementation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Phase 1: Core Technical Analysis engine and React-based dashboard visualization.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Phase 2: Integration of Scikit-Learn based Machine Learning models for predictive analytics.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Phase 3: UI Enhancement cycle: Custom cursor effects, search auto-suggestions, and dashboard pagination.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Phase 4: Production-ready cleanup: TypeScript strict build verification and Netlify deployment optimization.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9669"/>
                </a:solidFill>
              </a:defRPr>
            </a:pPr>
            <a:r>
              <a:t>7. Summary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Current State: Fully functional MVP with integrated ML inference and premium analytics UI.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Future Roadmap: Real-time WebSocket streaming for live price ticks (Nifty 50).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Future Feature: Cross-platform mobile integration using React Native.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Future Feature: Sentiment analysis on social media/news feeds using NLP (Natural Language Processing).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