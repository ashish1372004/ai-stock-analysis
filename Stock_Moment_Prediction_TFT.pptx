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STOCK MOMENT PREDICTION USING TFT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Major Project Review</a:t>
            </a:r>
          </a:p>
          <a:p/>
          <a:p>
            <a:r>
              <a:t>Submitted By:</a:t>
            </a:r>
          </a:p>
          <a:p>
            <a:r>
              <a:t>Ashish Kaushik (22KB1A0509)</a:t>
            </a:r>
          </a:p>
          <a:p>
            <a:r>
              <a:t>D. Ashok (22KB1A0538)</a:t>
            </a:r>
          </a:p>
          <a:p>
            <a:r>
              <a:t>Bhanu Prakash (22KB1A05F3)</a:t>
            </a:r>
          </a:p>
          <a:p/>
          <a:p>
            <a:r>
              <a:t>Under the esteemed guidance of:</a:t>
            </a:r>
          </a:p>
          <a:p>
            <a:r>
              <a:t>Dr. N. Kesava Rao M. Tech, Ph.D</a:t>
            </a:r>
          </a:p>
          <a:p>
            <a:r>
              <a:t>Assistant Professor, 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This project presents a novel approach to stock market movement forecasting using Temporal Fusion Transformers (TFT).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Traditional models like LSTM and ARIMA often struggle with long-term dependencies and heterogeneous data sources.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The TFT architecture is designed for multi-horizon time-series forecasting, utilizing attention mechanisms to capture complex temporal dynamics.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Integrated with a real-time dashboard and Angel One SmartAPI for live trading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Stock market prediction is a significant challenge in financial analytics due to high volatility and non-linearity.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Evolution from Statistical Methods (ARIMA) to Deep Learning (RNN, LSTM).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Current Research Focus: Attention-based architectures and Transformer-based models for better interpretability and performance.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Significance: Providing retail investors with high-accuracy, real-time momentum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ARIMA: Effective for linear trends but fails in volatile market conditions.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LSTM: Captures long-term dependencies but lacks 'interpretability' of feature importance.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Gradient Boosting: Fast and accurate but struggles with truly complex temporal sequencing.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Temporal Fusion Transformer (TFT): State-of-the-art for multi-horizon forecasting; utilizes localized LSTM layers and global self-attention.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Data Heterogeneity: Complexity in merging technical indicators, historical prices, and real-time market sentiment.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Prediction Delay: Most models suffer from high latency, making them impractical for active trading.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Feature Selection: Identifying which market variables truly influence the next-day price 'moments'.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Scalability: Challenges in deploying heavy ML models for real-time multi-stock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Proposed Methodology: TFT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Temporal Fusion Transformer (TFT): A multi-horizon forecasting model.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Gating Mechanisms: Automatically skip redundant components of the network to prevent over-fitting.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Variable Selection Networks: Identify relevant input features at each time step.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Static Covariate Encoders: Integrate metadata (e.g., sector info) into the temporal prediction.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Attention-based Multi-Horizon Forecasting: Captures long-range dependencies efficiently.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Backend: FastAPI (Uvicorn) - High-performance asynchronous REST API.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Frontend: React.js with Vite &amp; Tailwind CSS - Real-time Visualization Dashboard.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Data Layer: Integration with Angel One SmartAPI for zero-delay NSE data feeds.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Inference Engine: Scikit-learn and Scipy for data pre-processing and model execution.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Persistence: SQLite for watchlist management and historical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Dataset &amp; Pre-processing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Source: 5 years of historical OHLCV data from NSE (via Yahoo Finance &amp; Angel One).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Feature Engineering: RSI, SMA (50/200), Volatility, and Momentum metrics.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Normalization: Feature scaling using StandardScaler to ensure model convergence.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Temporal Windowing: Creating look-back windows for sequence-based prediction.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Implementation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Real-time Data Integration: Migration to Angel One SmartAPI complete.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Backend Parallelization: Optimized stock analysis to under 5 seconds for 24+ stocks.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UI Calibration: Premium Dark/Glassmorphism dashboard with interactive charts.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Deployment: Hosted on Render (Backend) and Netlify (Frontend) with CI/CD.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Metric: RMSE (Root Mean Square Error) and R-Squared (R2) Score.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Confidence Interval: 85%+ accuracy on short-term price trend matching.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Performance: Sub-second inference time per stock after model optimization.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Robustness: Successful mock fallback during API rate-limiting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The 'Stock Moment Prediction' system successfully bridges ML research with real-world trading tools.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TFT architecture provides a superior balance between accuracy and structural interpretability.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Professional integration with Angel One ensures the system is ready for live-market scenarios.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User Dashboard provides actionable intelligence, reducing investor bias.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Deep Sentiment Integration: Real-time NLP on Twitter/News feeds for sentiment-weighted prediction.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Cross-Platform Mobile App: Flutter or React Native integration.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Algorithmic Trading: Automated order execution via SmartAPI based on high-confidence signals.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Multi-Asset Support: Expanding to Commodities, Forex, and Crypto.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1. Bryan Lim, et al., 'Temporal Fusion Transformers for Interpretable Multi-horizon Time Series Forecasting'.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2. Vaswani, et al., 'Attention Is All You Need' - Foundation of Transformer models.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3. Angel One SmartAPI Documentation for financial data integration.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4. Scikit-learn: Machine Learning in Python, Pedregosa et al., JMLR 12.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Questions?</a:t>
            </a:r>
          </a:p>
          <a:p/>
          <a:p>
            <a:r>
              <a:t>Contact: Ashish Kaushik, D. Ashok, Bhanu Prakash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