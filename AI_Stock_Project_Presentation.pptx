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AI-Stock Market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1F5F9"/>
                </a:solidFill>
              </a:defRPr>
            </a:pPr>
            <a:r>
              <a:t>Premium AI-Powered Intelligence for Indian Investors</a:t>
            </a:r>
          </a:p>
          <a:p>
            <a:r>
              <a:t>Tailored for NSE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Core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Democratize high-end quantitative stock analysis.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Provide real-time 'Buy/Hold/Sell' recommendations.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Deliver a premium, distraction-free investor experience.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Unified interface for charts, news, and technical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Premium UI/UX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292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Sleek Glassmorphism Design Language.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Dynamic Background: Glowing Particle Mesh Cursor Trail.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Intelligent Stock Search with auto-suggestions.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Paginated Dashboard grid for scalable tracking.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Mobile-first responsive layout with Framer Motion animations.</a:t>
            </a:r>
          </a:p>
        </p:txBody>
      </p:sp>
      <p:pic>
        <p:nvPicPr>
          <p:cNvPr id="4" name="Picture 3" descr="media__1772813033308.png"/>
          <p:cNvPicPr>
            <a:picLocks noChangeAspect="1"/>
          </p:cNvPicPr>
          <p:nvPr/>
        </p:nvPicPr>
        <p:blipFill>
          <a:blip r:embed="rId1"/>
          <a:srcRect l="15843" r="13470"/>
          <a:stretch>
            <a:fillRect/>
          </a:stretch>
        </p:blipFill>
        <p:spPr>
          <a:xfrm>
            <a:off x="5763895" y="1993900"/>
            <a:ext cx="3009900" cy="27425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Technical Analysis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292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Automated Trend detection (SMA 50/200 crossover).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Relative Strength Index (RSI) calculation to identify overbought/oversold levels.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Dynamic OHLC Candlestick charts for price action monitoring.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Aggregated 'Market Intel' news feed for fundamental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AI &amp; Machine Learning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Random Forest Regressor trained on 5 years of historical NSE data.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Feature Engineering: Volatility, Momentum (5d/20d), and RSI integration.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Real-time Inference: Model predicts prices based on live technical features.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Confidence Scores: Quantitative assessment of prediction reliability.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Frontend: React + Vite + Tailwind CSS (High performance).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Backend: FastAPI (Asynchronous Python for concurrency).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ML Engine: Scikit-learn + Pandas + yfinance.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Database: persistent SQLite for watchlists and user settings.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Infrastructure: Netlify (Frontend) &amp; Render (Backend) with CI/CD.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Integration of Real-time WebSockets for Nifty 50 live ticks.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Multi-asset support (Commodities, Crypto, Global Markets).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Automated Trading Signal Alerts (WhatsApp/Telegram integration).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Personalized Portfolio Performance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0B981"/>
                </a:solidFill>
              </a:defRPr>
            </a:pPr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Project Repository: https://github.com/Ashish1372004/ai-stock-analysis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• Deployed App: Live on Netlify.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1913</Words>
  <Application>WPS Presentation</Application>
  <PresentationFormat>On-screen Show (4:3)</PresentationFormat>
  <Paragraphs>54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AI-Stock Market Analysis Dashboard</vt:lpstr>
      <vt:lpstr>Core Objective</vt:lpstr>
      <vt:lpstr>Premium UI/UX Experience</vt:lpstr>
      <vt:lpstr>Technical Analysis Engine</vt:lpstr>
      <vt:lpstr>AI &amp; Machine Learning Integration</vt:lpstr>
      <vt:lpstr>Technical Architecture</vt:lpstr>
      <vt:lpstr>Future Roadmap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</cp:lastModifiedBy>
  <cp:revision>2</cp:revision>
  <dcterms:created xsi:type="dcterms:W3CDTF">2013-01-27T09:14:00Z</dcterms:created>
  <dcterms:modified xsi:type="dcterms:W3CDTF">2026-03-06T17:13:03Z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13C711E92201436BA025E0C586CE4656_12</vt:lpwstr>
  </property>
  <property fmtid="{D5CDD505-2E9C-101B-9397-08002B2CF9AE}" pid="3" name="KSOProductBuildVer">
    <vt:lpwstr>2057-12.2.0.23197</vt:lpwstr>
  </property>
</Properties>
</file>